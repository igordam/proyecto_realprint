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RealPrint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Sistema de Gestión de Pedidos para Servicios de Impresión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896"/>
                </a:solidFill>
              </a:rPr>
              <a:t>Proyecto realizado en 2º Curso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4754880"/>
            <a:ext cx="2743200" cy="54864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Igor &amp; Gérman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Motivación y Contexto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del Proyecto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Características Principales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Stack Tecnológico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Arquitectura del Sistema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Resultados y Conclusiones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Motivación y Contexto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Gestión Manual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Procesos con hojas de cálculo manuales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Falta de Trazabilidad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Difícil seguimiento del estado de pedidos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926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Sin Automatización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Ausencia de flujos automatizados de trabajo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RealPrint?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Plataforma web moderna para la gestión integral de pedidos en servicios de impresión personalizada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✓ Interfaz intuitiva y responsiva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✓ Autenticación segura con JWT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✓ Gestión de usuarios con roles (Admin/Cliente)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✓ Flujo completo de creación de pedidos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✓ Carga y descarga de archivos de impresión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✓ Dashboard en tiempo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✓ Despliegue en producción (Netlify + Render)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Características Principales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Pedidos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Crear, consultar, actualizar y eliminar pedidos con estado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Usuarios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Gestión de usuarios con roles y permisos diferenciados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Archivos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Subir y descargar archivos de impresión de forma segura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023360" cy="14630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Autenticación con JWT para máxima seguridad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React 18.2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Vite 6.4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TypeScript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Tailwind CSS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React Router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Spring Boot 4.0.5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Java 17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MySQL/PostgreSQL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JWT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JPA/Hibernate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Infraestructura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Frontend: Netlify (React compilado)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Backend: Render (Spring Boot)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Base de datos: PostgreSQL en Render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• Control de versiones: GitHub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Endpoints API REST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48640" cy="2286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Autenticación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48640" cy="2286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/pedidos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Listar todos los pedidos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548640" cy="2286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/pedidos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Crear nuevo pedido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240280"/>
            <a:ext cx="548640" cy="2286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40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/pedidos/{id}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Actualizar pedido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651760"/>
            <a:ext cx="548640" cy="2286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51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2743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/usuarios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Listar usuarios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063240"/>
            <a:ext cx="548640" cy="2286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63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154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Subir archivo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Despliegue en Producción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Plataforma: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Netlify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URL: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</a:rPr>
              <a:t>app-realprint.netlify.app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402336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Plataforma: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Render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URL: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</a:rPr>
              <a:t>API REST en Render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CI/CD en 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Monitoreo con UptimeRobot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Keep-alive del backend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por Rol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Admin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Ver todos los pedidos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Actualizar estado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Gestionar usuarios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Descargar archivos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Cliente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Crear pedidos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Ver mis pedidos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Subir archivos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✓ Editar perfil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y Métricas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137160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16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Endpoints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103120" cy="137160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280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25+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Componentes React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2103120" cy="137160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180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Commits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2103120" cy="137160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280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~15K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Líneas de Código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✓ Proyecto en producción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✓ Autenticación segura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✓ Interfaz moderna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✓ Documentación completa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 Aprendidas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Tailwind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Spring Boot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JWT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JPA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46888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Docker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560320" cy="54864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GitHub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• Proyecto completo y funcional en producción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• Aplicación moderna con mejores prácticas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• Experiencia práctica en desarrollo full-stack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069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• Integración exitosa de frontend y backend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RealPrint - Sistema de Gestión de Pedidos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GitHub: IgorDAM/PROYECTO_REALPRINT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Producción: app-realprint.netlify.app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2026-05-23T14:12:01Z</dcterms:created>
  <dcterms:modified xsi:type="dcterms:W3CDTF">2026-05-23T14:12:01Z</dcterms:modified>
</cp:coreProperties>
</file>